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0c84079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0c84079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0c840799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0c84079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0c840799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0c840799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0c840799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0c840799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0c840799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0c840799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0c840799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0c840799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0c840799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0c840799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0c840799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0c840799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0c840799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0c840799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0c840799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0c840799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0c840799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0c840799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0c840799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0c840799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0c840799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0c840799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0c840799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0c840799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0c840799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0c840799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0c840799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0c840799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0c840799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0c840799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550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1507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61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86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46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39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186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002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124825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838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784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756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