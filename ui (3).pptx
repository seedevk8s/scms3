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c8407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c8407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c84079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c84079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c84079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c84079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c84079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c84079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c84079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c84079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c84079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c84079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c84079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c84079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c84079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0c84079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c84079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c84079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0c84079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0c84079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0c840799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0c84079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0c84079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0c84079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0c840799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0c840799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0c840799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0c840799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0c84079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0c84079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0c840799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0c840799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0c840799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0c84079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55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50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6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8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46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39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18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00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2482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