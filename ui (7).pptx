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0c840799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0c840799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0c840799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0c840799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0c840799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a0c840799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0c840799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0c840799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0c840799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0c840799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0c840799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0c840799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0c840799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0c840799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0c840799e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0c840799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0c840799e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0c840799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0c840799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0c840799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0c840799e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0c840799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0c840799e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0c840799e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0c840799e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0c840799e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0c840799e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0c840799e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0c840799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0c840799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0c840799e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a0c840799e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0c840799e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a0c840799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ui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5505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1507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4612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486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1461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4398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11864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1002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124825" cy="297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838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784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756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3" cy="652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