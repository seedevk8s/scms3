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bce05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bce05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bce058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bce058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1bce058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1bce058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bce058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bce058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bce05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1bce05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bce058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1bce058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bce05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bce05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bce05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bce05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1bce058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1bce058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bce058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1bce058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1bce058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1bce058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1bce058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1bce058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1bce058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1bce058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bce058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bce058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4955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050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4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