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bce058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bce058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1bce058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1bce058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bce058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bce058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1bce058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1bce058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bce0589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1bce058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1bce0589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1bce0589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1bce0589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1bce0589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1bce058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1bce058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1bce058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1bce058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1bce0589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1bce0589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1bce0589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1bce058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1bce058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1bce058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1bce058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1bce058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1bce0589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1bce0589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78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75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65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9298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692589" cy="4838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49555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050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4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86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38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