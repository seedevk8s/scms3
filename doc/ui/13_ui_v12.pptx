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bce0589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1bce0589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1bce0589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1bce058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bce058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1bce058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23947baf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23947baf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1bce0589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1bce0589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bce0589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1bce0589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1bce0589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1bce0589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23947baf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23947baf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23947baf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23947baf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23947baf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23947ba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23947ba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23947ba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23947baf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23947baf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23947baf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23947baf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23947baf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23947baf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23947baf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23947baf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23947baf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23947baf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23947baf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23947baf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23947baf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23947baf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23947baf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23947baf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23947baf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23947baf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23947baf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23947baf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23947baf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23947baf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23947baf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23947baf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23947baf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23947baf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23947baf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23947baf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23947baf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23947baf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23947baf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23947baf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23947baf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a23947baf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23947baf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23947baf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23947baf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23947baf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23947baf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a23947baf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23947baf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a23947baf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23947baf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23947baf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23947baf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a23947baf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23947baf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23947baf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23947baf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23947baf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23947baf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23947baf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1bce0589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1bce0589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1bce058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1bce058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1bce0589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1bce0589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1bce0589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1bce0589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1bce0589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1bce0589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1bce0589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1bce0589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1bce058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1bce058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1bce0589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1bce0589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48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83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78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75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65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9298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692589" cy="4838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49555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0505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764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86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384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2247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8574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03394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7838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5552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6325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1"/>
          <p:cNvPicPr preferRelativeResize="0"/>
          <p:nvPr/>
        </p:nvPicPr>
        <p:blipFill rotWithShape="1">
          <a:blip r:embed="rId3">
            <a:alphaModFix/>
          </a:blip>
          <a:srcRect b="8609" l="0" r="0" t="0"/>
          <a:stretch/>
        </p:blipFill>
        <p:spPr>
          <a:xfrm>
            <a:off x="152400" y="152400"/>
            <a:ext cx="5546799" cy="442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